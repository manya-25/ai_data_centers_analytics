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AI Data Center Sustainability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&amp; Energy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703320"/>
            <a:ext cx="384048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Where is AI infrastructure being built, and does it line up with electricity cost,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carbon intensity, and renewable availability worldwide?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98781"/>
                </a:solidFill>
                <a:latin typeface="Segoe UI"/>
              </a:rPr>
              <a:t>Final Individual Project · Data Visualization · Winter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this deck covers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09928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Problem &amp; Data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07568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business question, and the 4 datasets combined to answer it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06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9718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Cleaning pipeline + how the analysis was structured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483864"/>
            <a:ext cx="502920" cy="502920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0215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Key Questions &amp;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6791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All 10 analytical questions, with 4 explored in depth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398264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Interactive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Streamlit app — what each of its 5 tabs does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94376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Conclusions &amp;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60136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What the data actually supports, and what it doesn't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Problem &amp;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Why this analysis matters, and where the data comes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AI's compute boom has a resource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0B0B0B"/>
                </a:solidFill>
                <a:latin typeface="Segoe UI"/>
              </a:rPr>
              <a:t>Training and running frontier AI models requires enormous GPU clusters,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0B0B0B"/>
                </a:solidFill>
                <a:latin typeface="Segoe UI"/>
              </a:rPr>
              <a:t>concentrated in data centers that consume: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73152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Electricity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Huge and growing power draw — single sites now exceed 1 GW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73152" cy="155448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Water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Large cooling volumes, depending on site design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73152" cy="15544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Tens of billions of dollars in build-out costs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560" y="2286000"/>
            <a:ext cx="73152" cy="155448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46888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Chips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88036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Thousands to hundreds of thousands of GPUs per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98781"/>
                </a:solidFill>
                <a:latin typeface="Segoe UI"/>
              </a:rPr>
              <a:t>The question this project answers: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“As AI adoption accelerates, what factors make a country an ideal location</a:t>
            </a:r>
          </a:p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for efficient and sustainable AI data centers — and does today's build-out</a:t>
            </a:r>
          </a:p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4F95"/>
                </a:solidFill>
                <a:latin typeface="Segoe UI"/>
              </a:rPr>
              <a:t>actually reflect those factors?”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No single dataset covers this — four sources, combined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55064"/>
            <a:ext cx="164592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Epoch AI — AI Data Centers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6 datasets: data centers, GPU clusters, timelines, chip deployments, chillers, cooling towers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600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CC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60904"/>
            <a:ext cx="164592" cy="566928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Our World in Data —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00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Renewable share of electricity + carbon intensity, by country/year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6060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Open, CC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6744"/>
            <a:ext cx="164592" cy="56692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118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Our World in Data — CO2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9959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Total CO2 emissions + per-capita, by country/year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611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Open, CC 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672584"/>
            <a:ext cx="164592" cy="566928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17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GlobalPetrolPrices.com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017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Residential electricity price by country (USD/kWh)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6177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898781"/>
                </a:solidFill>
                <a:latin typeface="Segoe UI"/>
              </a:rPr>
              <a:t>Manually compiled 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98781"/>
                </a:solidFill>
                <a:latin typeface="Segoe UI"/>
              </a:rPr>
              <a:t>Merging required aligning inconsistent country-name spellings across all four sources (formal ISO names vs. common names) — handled once in the cleaning pipeline via a shared join key.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How the raw data becomes a clean, analysis-ready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From raw data to interactive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" cy="42062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1. 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clean_data_centers.ipynb, run first: coerce types, snake_case columns, split confidence tags, filter non-country aggregate rows, align country naming across all 4 sources. Produces every file in data/processed/.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73152" cy="42062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2. Analyze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02_EDA.ipynb, organized in 3 parts: (1) core dataset EDA, (2) mining fields that existed but were never used, (3) the 10 analytical questions, each with the chart type the question calls for and a written finding.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600200"/>
            <a:ext cx="73152" cy="420624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3. 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0632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2514E"/>
                </a:solidFill>
                <a:latin typeface="Segoe UI"/>
              </a:rPr>
              <a:t>Streamlit dashboard (dashboard/app.py), 5 tabs, for interactive exploration: filter by operator/country, compare countries side-by-side, drill into any finding without reading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Key Questions &amp;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10 analytical questions from the project brief — each with the right chart type and a written conclusion.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Segoe UI"/>
              </a:rPr>
              <a:t>All 10 questions,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82296" cy="6949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Segoe U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00200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countries host the most AI infrastructure?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618488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Choropleth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9464"/>
            <a:ext cx="82296" cy="6949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Segoe U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96312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Does cheap electricity predict AI capacity?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14600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Scatter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65576"/>
            <a:ext cx="82296" cy="694944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92424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300"/>
                </a:solidFill>
                <a:latin typeface="Segoe U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92424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operators lead on renewable adoption?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10712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Bar chart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61688"/>
            <a:ext cx="82296" cy="694944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8853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300"/>
                </a:solidFill>
                <a:latin typeface="Segoe U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88536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does carbon intensity vary by country?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306824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Heatmap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57800"/>
            <a:ext cx="82296" cy="69494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8464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B6834"/>
                </a:solidFill>
                <a:latin typeface="Segoe UI"/>
              </a:rPr>
              <a:t>Q5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84648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Best balance of cost + sustainability?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5202936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Bubble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673352"/>
            <a:ext cx="82296" cy="69494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B6834"/>
                </a:solidFill>
                <a:latin typeface="Segoe UI"/>
              </a:rPr>
              <a:t>Q6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1600200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Where are new data centers built fastest?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1618488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Timeline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569464"/>
            <a:ext cx="82296" cy="694944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496312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34948"/>
                </a:solidFill>
                <a:latin typeface="Segoe UI"/>
              </a:rPr>
              <a:t>Q7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496312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does renewable use relate to emissions?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2514600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Regression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65576"/>
            <a:ext cx="82296" cy="694944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392424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34948"/>
                </a:solidFill>
                <a:latin typeface="Segoe UI"/>
              </a:rPr>
              <a:t>Q8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392424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Which regions suit future AI expansion?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61320" y="3410712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Ranking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361688"/>
            <a:ext cx="82296" cy="694944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28853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4F95"/>
                </a:solidFill>
                <a:latin typeface="Segoe UI"/>
              </a:rPr>
              <a:t>Q9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4288536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How do cloud providers compare?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306824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Treemap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257800"/>
            <a:ext cx="82296" cy="694944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18464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4F95"/>
                </a:solidFill>
                <a:latin typeface="Segoe UI"/>
              </a:rPr>
              <a:t>Q10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184648"/>
            <a:ext cx="3383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B0B0B"/>
                </a:solidFill>
                <a:latin typeface="Segoe UI"/>
              </a:rPr>
              <a:t>Can countries be grouped into profiles?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320" y="5202936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898781"/>
                </a:solidFill>
                <a:latin typeface="Segoe UI"/>
              </a:rPr>
              <a:t>K-Means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Segoe UI"/>
              </a:rPr>
              <a:t>4 explored in depth on the next slides — full findings for all 10 in the notebook and README.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China outnumbers the US on AI cluster count — not just power</a:t>
            </a:r>
          </a:p>
        </p:txBody>
      </p:sp>
      <p:pic>
        <p:nvPicPr>
          <p:cNvPr id="4" name="Picture 3" descr="slide5_choropleth_c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10080"/>
            <a:ext cx="6949440" cy="386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China: 188 GPU clusters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United States: 119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Japan: 25 · France: 14 · Germany: 11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But the US still leads on total power capacity (1,963 MW vs. 297 MW) — fewer, much larger US sites vs. many smaller Chinese ones.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This is gpu_clusters_clean.csv (482 sites, broad survey), which tells a very different story than the curated 74-site Epoch AI table used elsewhere (almost entirely US hyperscalers).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Cheap electricity does not predict AI capacity</a:t>
            </a:r>
          </a:p>
        </p:txBody>
      </p:sp>
      <p:pic>
        <p:nvPicPr>
          <p:cNvPr id="4" name="Picture 3" descr="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83" y="1554480"/>
            <a:ext cx="613775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r = −0.05 — essentially zero correlation.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The US pays 0.188 USD/kWh, more than Russia (0.069), India (0.077), Taiwan (0.098), and Saudi Arabia (0.052) — all of which host far less AI capacity.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Takeaway: whatever drives where AI infrastructure concentrates, it isn't raw electricity price. Capital availability, existing cloud ecosystems, chip supply access, and policy plausibly matter far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Cost and sustainability don't reward the same countries</a:t>
            </a:r>
          </a:p>
        </p:txBody>
      </p:sp>
      <p:pic>
        <p:nvPicPr>
          <p:cNvPr id="4" name="Picture 3" descr="slide7_balance_c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5448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Norway and Brazil lead a composite score (cheap electricity + high renewable share + low carbon intensity).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China ranks notably higher here than on sustainability alone — it's genuinely cheap (0.076 USD/kWh) even though its grid isn't especially clean.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The US ranks below average on this composite despite hosting the most capacity by far — today's build-out doesn't track this balance.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FINDING · Q10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Scale — not sustainability — is what separates countries</a:t>
            </a:r>
          </a:p>
        </p:txBody>
      </p:sp>
      <p:pic>
        <p:nvPicPr>
          <p:cNvPr id="4" name="Picture 3" descr="v3_cell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55" y="1554480"/>
            <a:ext cx="655721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92024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K-Means (k=3, silhouette-selected) finds: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Mega-scale hub — just US &amp; China, separated by raw scale alone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Clean grid — 11 countries, avg 62% renewable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• High-carbon, low-renewable — 11 countries, avg 17% renewable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2514E"/>
                </a:solidFill>
                <a:latin typeface="Segoe UI"/>
              </a:rPr>
              <a:t>Today's two largest AI hosts aren't chosen for grid cleanliness — they're just where the scale already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Interactive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A Streamlit app for exploring every finding without reading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Interactive dashboard</a:t>
            </a:r>
          </a:p>
        </p:txBody>
      </p:sp>
      <p:pic>
        <p:nvPicPr>
          <p:cNvPr id="4" name="Picture 3" descr="slid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41" y="1508760"/>
            <a:ext cx="618743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23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84F95"/>
                </a:solidFill>
                <a:latin typeface="Segoe UI"/>
              </a:rPr>
              <a:t>5 tabs: Overview · Interactive Map · Energy Analysis · AI Infrastructure · Country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each tab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64592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🌍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KPI cards + top-10 breakdowns by country and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64592" cy="68580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🗺️ Interactive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43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True choropleth (log-scaled) + filterable site-level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74720"/>
            <a:ext cx="164592" cy="6858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747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⚡ Energy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Price, renewable share, and CO2-weighted emissions bubble chart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164592" cy="6858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📈 AI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731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Capacity trend, provider treemap, cost+sustainability ranking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164592" cy="685800"/>
          </a:xfrm>
          <a:prstGeom prst="rect">
            <a:avLst/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🔍 Country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68756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Pick 2+ countries → table + normalized radar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6596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Conclusions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3C2B7"/>
                </a:solidFill>
                <a:latin typeface="Segoe UI"/>
              </a:rPr>
              <a:t>What the data actually supports — and where it falls short.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actually predicts a good AI data center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Scale, not sustainability, explains where AI infrastructure sits today — the US and China form their own cluster purely on raw capacity.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Electricity price shows no meaningful relationship with where capacity concentrates (r = -0.05).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Renewable share alone is a misleading “clean grid” proxy — France's nuclear-heavy grid beats most higher-renewable countries on actual carbon intensity.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If sustainability and cost were the deciding factors, Norway and Brazil — not the US or China — would be where new capacity goes.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24x spread in carbon intensity (Norway 28 vs. Saudi Arabia 692 gCO2/kWh) among countries already hosting meaningful AI infrastructure — there's real room to choose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Segoe UI"/>
              </a:rPr>
              <a:t>HONESTY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Known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No live electricity price feed — the price data is a manually compiled, point-in-time snapshot (2023-2026 average), not a live API.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Two AI infrastructure tables tell different stories: the curated 74-site Epoch AI table is heavily US-weighted; the 482-site GPU cluster survey is broader but less curated.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~60 of 482 GPU cluster sites have no reported power capacity — they appear on the map but contribute 0 to capacity totals.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CO2 emissions figures are national totals, not attributable to AI infrastructure specifically.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>
                <a:solidFill>
                  <a:srgbClr val="0B0B0B"/>
                </a:solidFill>
                <a:latin typeface="Segoe UI"/>
              </a:rPr>
              <a:t>•  Country-level analysis (24 countries with 3+ clusters) trades off granularity for statistical reliability — smaller markets are excluded from rankings.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4864" cy="3566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https://github.com/manya-25/AI_Data_Centers_Analytics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54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Live dashboard (Streamlit Community Cloud)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&lt;&lt; ADD URL AFTER DEPLOYING — see deployment steps &gt;&gt;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3C2B7"/>
                </a:solidFill>
                <a:latin typeface="Segoe UI"/>
              </a:rPr>
              <a:t>Analysis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6B6EF"/>
                </a:solidFill>
                <a:latin typeface="Segoe UI"/>
              </a:rPr>
              <a:t>notebooks/02_EDA.ipynb  (HTML/PDF export included in repo)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98781"/>
                </a:solidFill>
                <a:latin typeface="Segoe U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Data Center Sustainability &amp; Energy Intelligence · 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