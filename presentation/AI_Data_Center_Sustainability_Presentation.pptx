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AI Data Center Sustainability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&amp; Energy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384048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3C2B7"/>
                </a:solidFill>
                <a:latin typeface="Segoe UI"/>
              </a:rPr>
              <a:t>Where is AI infrastructure being built, and does it line up with electricity cost,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3C2B7"/>
                </a:solidFill>
                <a:latin typeface="Segoe UI"/>
              </a:rPr>
              <a:t>carbon intensity, and renewable availability worldwide?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98781"/>
                </a:solidFill>
                <a:latin typeface="Segoe UI"/>
              </a:rPr>
              <a:t>Final Individual Project · Data Visualization · Winter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AI's compute boom has a resource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0B0B0B"/>
                </a:solidFill>
                <a:latin typeface="Segoe UI"/>
              </a:rPr>
              <a:t>Training and running frontier AI models requires enormous GPU clusters,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0B0B0B"/>
                </a:solidFill>
                <a:latin typeface="Segoe UI"/>
              </a:rPr>
              <a:t>concentrated in data centers that consume: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06040" cy="155448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15544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Electricity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Huge and growing power draw — single sites now exceed 1 GW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606040" cy="155448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73152" cy="155448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Large cooling volumes, depending on site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06040" cy="155448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73152" cy="15544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Tens of billions of dollars in build-out costs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2606040" cy="155448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286000"/>
            <a:ext cx="73152" cy="155448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Chips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Thousands to hundreds of thousands of GPUs per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98781"/>
                </a:solidFill>
                <a:latin typeface="Segoe UI"/>
              </a:rPr>
              <a:t>The question this project answers: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84F95"/>
                </a:solidFill>
                <a:latin typeface="Segoe UI"/>
              </a:rPr>
              <a:t>“As AI adoption accelerates, what factors make a country an ideal location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184F95"/>
                </a:solidFill>
                <a:latin typeface="Segoe UI"/>
              </a:rPr>
              <a:t>for efficient and sustainable AI data centers — and does today's build-out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184F95"/>
                </a:solidFill>
                <a:latin typeface="Segoe UI"/>
              </a:rPr>
              <a:t>actually reflect those factors?”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No single dataset covers this — four sources, combined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55064"/>
            <a:ext cx="1645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Epoch AI — AI Data Centers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6 datasets: data centers, GPU clusters, timelines, chip deployments, chillers, cooling towers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898781"/>
                </a:solidFill>
                <a:latin typeface="Segoe UI"/>
              </a:rPr>
              <a:t>CC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164592" cy="566928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Our World in Data —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Renewable share of electricity + carbon intensity, by country/year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6060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898781"/>
                </a:solidFill>
                <a:latin typeface="Segoe UI"/>
              </a:rPr>
              <a:t>Open, CC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66744"/>
            <a:ext cx="164592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Our World in Data — CO2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9592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Total CO2 emissions + per-capita, by country/year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6118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898781"/>
                </a:solidFill>
                <a:latin typeface="Segoe UI"/>
              </a:rPr>
              <a:t>Open, CC 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72584"/>
            <a:ext cx="164592" cy="56692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GlobalPetrolPrices.com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0176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Residential electricity price by country (USD/kWh)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6177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898781"/>
                </a:solidFill>
                <a:latin typeface="Segoe UI"/>
              </a:rPr>
              <a:t>Manually compiled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98781"/>
                </a:solidFill>
                <a:latin typeface="Segoe UI"/>
              </a:rPr>
              <a:t>Merging required aligning inconsistent country-name spellings across all four sources (formal ISO names vs. common names) — handled once in the cleaning pipeline via a shared join key.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73152" cy="4206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1.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06324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Raw → processed pipeline (clean_data_centers.ipynb): coerce types, snake_case columns, split confidence tags, filter non-country aggregate rows, align country naming across all 4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73152" cy="42062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2.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06324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10 analytical questions (02_EDA.ipynb), each with the chart type the question calls for — choropleth, regression, K-Means clustering, treemap, ranking — and a written finding.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73152" cy="42062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3. 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6324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Streamlit dashboard (5 tabs) for interactive exploration: filter by operator/country, compare countries side-by-side, drill into any of the 10 findings.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FINDING · 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China outnumbers the US on AI cluster count — not just power</a:t>
            </a:r>
          </a:p>
        </p:txBody>
      </p:sp>
      <p:pic>
        <p:nvPicPr>
          <p:cNvPr id="4" name="Picture 3" descr="slide5_choropleth_c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0080"/>
            <a:ext cx="6949440" cy="386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920240"/>
            <a:ext cx="3931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China: 188 GPU clusters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United States: 119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Japan: 25 · France: 14 · Germany: 11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But the US still leads on total power capacity (1,963 MW vs. 297 MW) — fewer, much larger US sites vs. many smaller Chinese ones.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This is gpu_clusters_clean.csv (482 sites, broad survey), which tells a very different story than the curated 74-site Epoch AI table used elsewhere (almost entirely US hyperscalers).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FINDING ·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Cheap electricity does not predict AI capacity</a:t>
            </a:r>
          </a:p>
        </p:txBody>
      </p:sp>
      <p:pic>
        <p:nvPicPr>
          <p:cNvPr id="4" name="Picture 3" descr="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83" y="1554480"/>
            <a:ext cx="613775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920240"/>
            <a:ext cx="3931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r = −0.05 — essentially zero correlation.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The US pays 0.188 USD/kWh, more than Russia (0.069), India (0.077), Taiwan (0.098), and Saudi Arabia (0.052) — all of which host far less AI capacity.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Takeaway: whatever drives where AI infrastructure concentrates, it isn't raw electricity price. Capital availability, existing cloud ecosystems, chip supply access, and policy plausibly matter far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FINDING · Q5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Cost and sustainability don't reward the same countries</a:t>
            </a:r>
          </a:p>
        </p:txBody>
      </p:sp>
      <p:pic>
        <p:nvPicPr>
          <p:cNvPr id="4" name="Picture 3" descr="slide7_balance_c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6858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920240"/>
            <a:ext cx="3931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Norway and Brazil lead a composite score (cheap electricity + high renewable share + low carbon intensity).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China ranks notably higher here than on sustainability alone — it's genuinely cheap (0.076 USD/kWh) even though its grid isn't especially clean.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The US ranks below average on this composite despite hosting the most capacity by far — today's build-out doesn't track this balance.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FINDING · Q10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Scale — not sustainability — is what separates countries</a:t>
            </a:r>
          </a:p>
        </p:txBody>
      </p:sp>
      <p:pic>
        <p:nvPicPr>
          <p:cNvPr id="4" name="Picture 3" descr="v3_cell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55" y="1554480"/>
            <a:ext cx="655721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920240"/>
            <a:ext cx="3931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K-Means (k=3, silhouette-selected) finds: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Mega-scale hub — just US &amp; China, separated by raw scale alone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Clean grid — 11 countries, avg 62% renewable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High-carbon, low-renewable — 11 countries, avg 17% renewable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Today's two largest AI hosts aren't chosen for grid cleanliness — they're just where the scale already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Interactive dashboard</a:t>
            </a:r>
          </a:p>
        </p:txBody>
      </p:sp>
      <p:pic>
        <p:nvPicPr>
          <p:cNvPr id="4" name="Picture 3" descr="slid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1" y="1508760"/>
            <a:ext cx="618743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23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84F95"/>
                </a:solidFill>
                <a:latin typeface="Segoe UI"/>
              </a:rPr>
              <a:t>5 tabs: Overview · Interactive Map · Energy Analysis · AI Infrastructure · Country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What each tab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64592" cy="685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🌍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KPI cards + top-10 breakdowns by country and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64592" cy="68580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🗺️ Interactive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443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True choropleth (log-scaled) + filterable site-level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64592" cy="685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⚡ Energy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Price, renewable share, and CO2-weighted emissions bubble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164592" cy="6858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📈 AI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731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Capacity trend, provider treemap, cost+sustainability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164592" cy="6858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🔍 Country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875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Pick 2+ countries → table + normalized radar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What actually predicts a good AI data center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Scale, not sustainability, explains where AI infrastructure sits today — the US and China form their own cluster purely on raw capacity.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Electricity price shows no meaningful relationship with where capacity concentrates (r = -0.05).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Renewable share alone is a misleading “clean grid” proxy — France's nuclear-heavy grid beats most higher-renewable countries on actual carbon intensity.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If sustainability and cost were the deciding factors, Norway and Brazil — not the US or China — would be where new capacity goes.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24x spread in carbon intensity (Norway 28 vs. Saudi Arabia 692 gCO2/kWh) among countries already hosting meaningful AI infrastructure — there's real room to choose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Segoe UI"/>
              </a:rPr>
              <a:t>HONESTY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No live electricity price feed — the price data is a manually compiled, point-in-time snapshot (2023-2026 average), not a live API.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Two AI infrastructure tables tell different stories: the curated 74-site Epoch AI table is heavily US-weighted; the 482-site GPU cluster survey is broader but less curated.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~60 of 482 GPU cluster sites have no reported power capacity — they appear on the map but contribute 0 to capacity totals.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CO2 emissions figures are national totals, not attributable to AI infrastructure specifically.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Segoe UI"/>
              </a:rPr>
              <a:t>•  Country-level analysis (24 countries with 3+ clusters) trades off granularity for statistical reliability — smaller markets are excluded from rankings.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54864" cy="35661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3C2B7"/>
                </a:solidFill>
                <a:latin typeface="Segoe UI"/>
              </a:rPr>
              <a:t>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6B6EF"/>
                </a:solidFill>
                <a:latin typeface="Segoe UI"/>
              </a:rPr>
              <a:t>https://github.com/manya-25/AI_Data_Centers_Analytics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3C2B7"/>
                </a:solidFill>
                <a:latin typeface="Segoe UI"/>
              </a:rPr>
              <a:t>Live dashboard (Streamlit Community Cloud)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6B6EF"/>
                </a:solidFill>
                <a:latin typeface="Segoe UI"/>
              </a:rPr>
              <a:t>&lt;&lt; ADD URL AFTER DEPLOYING — see deployment steps 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3C2B7"/>
                </a:solidFill>
                <a:latin typeface="Segoe UI"/>
              </a:rPr>
              <a:t>Analysis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6B6EF"/>
                </a:solidFill>
                <a:latin typeface="Segoe UI"/>
              </a:rPr>
              <a:t>notebooks/02_EDA.ipynb  (HTML/PDF export included in repo)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98781"/>
                </a:solidFill>
                <a:latin typeface="Segoe U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AI Data Center Sustainability &amp; Energy Intelligence · 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